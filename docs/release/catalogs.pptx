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1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2BAF"/>
    <a:srgbClr val="987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768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67061-E35C-4401-B58D-0EB5D81D293B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ED732-14FE-4EAB-8FC4-35AB856783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80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D732-14FE-4EAB-8FC4-35AB856783E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369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A12B4-6D70-F995-ACF5-6164BDCE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979CC1-2ADE-459A-C181-105136A1E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3811B4-BEA5-DC54-86FE-4E8E62E1A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930A8F-2671-32D7-46DB-6D6FEC352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ED732-14FE-4EAB-8FC4-35AB856783E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22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2185D-C947-D300-3CBE-4F1BFC610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7E4240-9366-AFF2-6732-96D64204A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DAEE6-B845-36E5-0ED6-62B8FFA87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6F3588-E623-67B0-1CF1-E5D0F2F7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DBF4EB-EBA6-DF5E-5E04-A52957F6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32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4FFC8-90A4-1E97-585B-8B849A8D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EB7876-37BC-06CD-E612-89B6E6FBB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EE2D1-8DA4-E915-1789-BE318046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26CE93-9643-4C3A-4278-1DC0D4667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959DB-EB84-ED89-9B34-0419BEFB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800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15C844-5423-B539-A158-0112C841E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0DE943-15BC-5B6B-E675-0F44B5E43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5BB546-482C-B7F5-81D7-6F880ECC1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7162A-EC6D-A112-FDE4-2366B356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EED6C3-09B0-48D4-D003-7561962D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02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16294-E53A-2211-8D54-35110EDB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35C1CD-48AA-E7BD-1A0B-4E7A6E1EF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F12F5D-2C97-7B6A-91D7-E3BDECC5A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883DB7-8FFF-1BD5-B3DB-B07FCB91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01F4CF-5FEB-E211-47A7-13B2551C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C9D095-2ED5-BC0B-B7D8-BCBB81ED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1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74E18-6446-1690-B238-C505F118A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5A54D0-4968-578F-CD9F-98BD4BD7B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1C0923-E8DA-4468-72E5-5048BCA54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6C00C3-9BEA-B59A-91A0-1D03997D1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7A71EF-974B-F1B8-7B2D-86B55AE51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A08B17-A273-5E57-B8F2-BC8F7EA2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0F679C-A3C7-869F-7F0C-C6DA19CE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4CADE6-54F5-77D5-66B3-8AFE00CB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18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4E8459-6A58-4404-CED1-237594611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217F90-2FDD-B585-CE9A-C94C12D21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D334A7-350E-6A8C-67FF-632761D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5DC4D8-4421-495D-5392-6CF1AC22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071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F05BAA-2409-75C6-4AB4-DAB4F156D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ADB238-A77B-8EEE-FC8B-EC8E811C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EF5C4-52BD-EA1F-821C-F391848D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725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09A379-F4EA-CE3E-6E1F-AB8703140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8C8BF3-4FD1-29A4-912D-6EB13BF64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38B684-A788-9DAA-9588-FE7CEF6B7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D96CE6-CFB9-77A9-82FB-75EE3792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7C3D35-4713-DEBC-347B-C9A368EC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2F2834-5ADF-3A8F-0B6F-C8D97DC8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28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85806-4E87-FD38-5642-E007A491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244226-4ADC-3650-D201-144A760CC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66136F-A149-C901-B5C9-3610784FF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643BD3-5642-4F71-4B9B-B3C60188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42D25F-B27B-CBD4-D3E5-3FB4060A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0F1E6D-2A55-2A05-CBB1-ACCC5966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884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30B59-2722-8417-31CE-135193C01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1CAC89-518E-5173-CF03-D5411DB13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265574-E69C-D939-0808-177B13FE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95C9EC-7A71-4742-0EC0-CFD535C49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7D0CE0-14FC-349C-1840-AA7E5516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01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64ABEBD-5F04-27D6-57E6-7B8889F1D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1837A4-5586-B3D8-F444-D38C24CE0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B6C99-E4BD-A933-DC8C-B51C9FED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7DDD7-775B-8DE3-2172-B08CD2E04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46041F-153A-0AB6-F917-526595D8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11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B218A0-6F8F-0EE7-2026-D9B3032C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CD164E-5D75-A844-F167-93CFC1993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980B1F-CCE9-E05C-D864-55CFA18BA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DF593-E922-4A4E-A366-EEA400C9CC0F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91EEE8-8408-07F4-CB46-00F06746E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5D0CE5-9A8D-FDD4-3F3F-DB455736D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0AD9F-9EC6-49E8-92D2-C46FA4F866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265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B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로고, 그래픽, 폰트이(가) 표시된 사진">
            <a:extLst>
              <a:ext uri="{FF2B5EF4-FFF2-40B4-BE49-F238E27FC236}">
                <a16:creationId xmlns:a16="http://schemas.microsoft.com/office/drawing/2014/main" id="{C2542346-88A2-AA30-D65D-CD2704365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4766" y="0"/>
            <a:ext cx="6858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3BF97B-ED43-A5B6-CECE-3A8F52A80B26}"/>
              </a:ext>
            </a:extLst>
          </p:cNvPr>
          <p:cNvSpPr txBox="1"/>
          <p:nvPr/>
        </p:nvSpPr>
        <p:spPr>
          <a:xfrm>
            <a:off x="6283234" y="1868372"/>
            <a:ext cx="44950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dirty="0" err="1">
                <a:solidFill>
                  <a:schemeClr val="bg1"/>
                </a:solidFill>
                <a:latin typeface="Pretendard"/>
              </a:rPr>
              <a:t>ClipRefine</a:t>
            </a:r>
            <a:endParaRPr lang="ko-KR" altLang="en-US" sz="8000" b="1" dirty="0">
              <a:solidFill>
                <a:schemeClr val="bg1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7543A-EFB5-0E78-1B54-755E0DA66A8D}"/>
              </a:ext>
            </a:extLst>
          </p:cNvPr>
          <p:cNvSpPr txBox="1"/>
          <p:nvPr/>
        </p:nvSpPr>
        <p:spPr>
          <a:xfrm>
            <a:off x="5304056" y="3527395"/>
            <a:ext cx="6453433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 err="1">
                <a:solidFill>
                  <a:srgbClr val="9875C1"/>
                </a:solidFill>
              </a:rPr>
              <a:t>ClipRefine</a:t>
            </a:r>
            <a:r>
              <a:rPr lang="en-US" altLang="ko-KR" sz="2400" b="1" dirty="0">
                <a:solidFill>
                  <a:schemeClr val="bg1"/>
                </a:solidFill>
              </a:rPr>
              <a:t> is a smart clipboard manager </a:t>
            </a:r>
          </a:p>
          <a:p>
            <a:pPr algn="ctr"/>
            <a:r>
              <a:rPr lang="en-US" altLang="ko-KR" sz="2400" b="1" dirty="0">
                <a:solidFill>
                  <a:schemeClr val="bg1"/>
                </a:solidFill>
              </a:rPr>
              <a:t>that automatically refines copied text </a:t>
            </a:r>
          </a:p>
          <a:p>
            <a:pPr algn="ctr"/>
            <a:r>
              <a:rPr lang="en-US" altLang="ko-KR" sz="2400" b="1" dirty="0">
                <a:solidFill>
                  <a:schemeClr val="bg1"/>
                </a:solidFill>
              </a:rPr>
              <a:t>based on your custom rules.</a:t>
            </a:r>
          </a:p>
        </p:txBody>
      </p:sp>
    </p:spTree>
    <p:extLst>
      <p:ext uri="{BB962C8B-B14F-4D97-AF65-F5344CB8AC3E}">
        <p14:creationId xmlns:p14="http://schemas.microsoft.com/office/powerpoint/2010/main" val="375517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BA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6C024-1513-110C-6D60-3462D28F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로고, 그래픽, 폰트이(가) 표시된 사진">
            <a:extLst>
              <a:ext uri="{FF2B5EF4-FFF2-40B4-BE49-F238E27FC236}">
                <a16:creationId xmlns:a16="http://schemas.microsoft.com/office/drawing/2014/main" id="{79E45706-8479-428A-390F-CA3E9BCF5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44486" cy="21444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FE9A8B-6592-119D-685A-2C0AD447BB00}"/>
              </a:ext>
            </a:extLst>
          </p:cNvPr>
          <p:cNvSpPr txBox="1"/>
          <p:nvPr/>
        </p:nvSpPr>
        <p:spPr>
          <a:xfrm>
            <a:off x="3292957" y="410523"/>
            <a:ext cx="56060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dirty="0">
                <a:solidFill>
                  <a:schemeClr val="bg1"/>
                </a:solidFill>
                <a:latin typeface="Pretendard"/>
              </a:rPr>
              <a:t>Key Features</a:t>
            </a:r>
            <a:endParaRPr lang="ko-KR" altLang="en-US" sz="8000" b="1" dirty="0">
              <a:solidFill>
                <a:schemeClr val="bg1"/>
              </a:solidFill>
              <a:latin typeface="Pretend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DD131-D327-0435-6397-73680FED1259}"/>
              </a:ext>
            </a:extLst>
          </p:cNvPr>
          <p:cNvSpPr txBox="1"/>
          <p:nvPr/>
        </p:nvSpPr>
        <p:spPr>
          <a:xfrm>
            <a:off x="2417973" y="2498695"/>
            <a:ext cx="7356053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</a:rPr>
              <a:t>Custom Text Replacement Rules</a:t>
            </a:r>
            <a:br>
              <a:rPr lang="en-US" altLang="ko-KR" sz="2400" b="1" dirty="0">
                <a:solidFill>
                  <a:schemeClr val="bg1"/>
                </a:solidFill>
              </a:rPr>
            </a:br>
            <a:r>
              <a:rPr lang="en-US" altLang="ko-KR" sz="2000" dirty="0">
                <a:solidFill>
                  <a:schemeClr val="bg1"/>
                </a:solidFill>
              </a:rPr>
              <a:t>Create rules to automatically transform copied text.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chemeClr val="bg1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</a:rPr>
              <a:t>Global Toggle</a:t>
            </a:r>
            <a:br>
              <a:rPr lang="en-US" altLang="ko-KR" sz="2400" b="1" dirty="0">
                <a:solidFill>
                  <a:schemeClr val="bg1"/>
                </a:solidFill>
              </a:rPr>
            </a:br>
            <a:r>
              <a:rPr lang="en-US" altLang="ko-KR" sz="2000" dirty="0">
                <a:solidFill>
                  <a:schemeClr val="bg1"/>
                </a:solidFill>
              </a:rPr>
              <a:t>Enable or disable all rules with one click from the popup.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chemeClr val="bg1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altLang="ko-KR" sz="2400" b="1" dirty="0">
                <a:solidFill>
                  <a:schemeClr val="bg1"/>
                </a:solidFill>
              </a:rPr>
              <a:t>Toast Notifications</a:t>
            </a:r>
            <a:br>
              <a:rPr lang="en-US" altLang="ko-KR" sz="2400" b="1" dirty="0">
                <a:solidFill>
                  <a:schemeClr val="bg1"/>
                </a:solidFill>
              </a:rPr>
            </a:br>
            <a:r>
              <a:rPr lang="en-US" altLang="ko-KR" sz="2000" dirty="0">
                <a:solidFill>
                  <a:schemeClr val="bg1"/>
                </a:solidFill>
              </a:rPr>
              <a:t>See visual confirmation when text is refined.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endParaRPr lang="en-US" altLang="ko-KR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30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BA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35E47-A573-01AD-FEE4-CB2C8E4B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로고, 그래픽, 폰트이(가) 표시된 사진">
            <a:extLst>
              <a:ext uri="{FF2B5EF4-FFF2-40B4-BE49-F238E27FC236}">
                <a16:creationId xmlns:a16="http://schemas.microsoft.com/office/drawing/2014/main" id="{18340092-2910-1ECD-EE9E-30F66D9A5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44486" cy="21444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C8AE93-A708-AE69-277C-89BC5FA923E9}"/>
              </a:ext>
            </a:extLst>
          </p:cNvPr>
          <p:cNvSpPr txBox="1"/>
          <p:nvPr/>
        </p:nvSpPr>
        <p:spPr>
          <a:xfrm>
            <a:off x="3292957" y="410523"/>
            <a:ext cx="51035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dirty="0">
                <a:solidFill>
                  <a:schemeClr val="bg1"/>
                </a:solidFill>
                <a:latin typeface="Pretendard"/>
              </a:rPr>
              <a:t>How to Use</a:t>
            </a:r>
            <a:endParaRPr lang="ko-KR" altLang="en-US" sz="8000" b="1" dirty="0">
              <a:solidFill>
                <a:schemeClr val="bg1"/>
              </a:solidFill>
              <a:latin typeface="Pretendard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BE07394-BD3A-F1A1-3709-B2F4B311976B}"/>
              </a:ext>
            </a:extLst>
          </p:cNvPr>
          <p:cNvGrpSpPr/>
          <p:nvPr/>
        </p:nvGrpSpPr>
        <p:grpSpPr>
          <a:xfrm>
            <a:off x="334386" y="2274515"/>
            <a:ext cx="11523228" cy="4301899"/>
            <a:chOff x="334386" y="2274515"/>
            <a:chExt cx="11523228" cy="430189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2FBA25-014E-8A40-AEFC-0C1CAC5F3C1B}"/>
                </a:ext>
              </a:extLst>
            </p:cNvPr>
            <p:cNvSpPr/>
            <p:nvPr/>
          </p:nvSpPr>
          <p:spPr>
            <a:xfrm>
              <a:off x="334386" y="2319400"/>
              <a:ext cx="3620199" cy="42570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C2BAF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04B2C61-83A9-19E1-FED1-5AE126B1A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4008" y="2508403"/>
              <a:ext cx="1240143" cy="306472"/>
            </a:xfrm>
            <a:prstGeom prst="rect">
              <a:avLst/>
            </a:prstGeom>
            <a:ln>
              <a:solidFill>
                <a:srgbClr val="5C2BAF"/>
              </a:solidFill>
            </a:ln>
          </p:spPr>
        </p:pic>
        <p:pic>
          <p:nvPicPr>
            <p:cNvPr id="11" name="그림 10" descr="텍스트, 스크린샷, 폰트, 번호이(가) 표시된 사진">
              <a:extLst>
                <a:ext uri="{FF2B5EF4-FFF2-40B4-BE49-F238E27FC236}">
                  <a16:creationId xmlns:a16="http://schemas.microsoft.com/office/drawing/2014/main" id="{2EDA3EA5-65D2-451D-ADEA-CE7BEB3DC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028" y="2986699"/>
              <a:ext cx="2000115" cy="2240967"/>
            </a:xfrm>
            <a:prstGeom prst="rect">
              <a:avLst/>
            </a:prstGeom>
            <a:ln>
              <a:solidFill>
                <a:srgbClr val="5C2BAF"/>
              </a:solidFill>
            </a:ln>
            <a:effectLst/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A2D4F13-7028-6691-8438-AD967A379600}"/>
                </a:ext>
              </a:extLst>
            </p:cNvPr>
            <p:cNvSpPr/>
            <p:nvPr/>
          </p:nvSpPr>
          <p:spPr>
            <a:xfrm>
              <a:off x="4285900" y="2319400"/>
              <a:ext cx="3620199" cy="42570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C2BAF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CAACB7E-969C-9BEB-A51D-54F145E9FD7C}"/>
                </a:ext>
              </a:extLst>
            </p:cNvPr>
            <p:cNvSpPr/>
            <p:nvPr/>
          </p:nvSpPr>
          <p:spPr>
            <a:xfrm>
              <a:off x="8237415" y="2274515"/>
              <a:ext cx="3620199" cy="42570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C2BAF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4DCECB-332B-C2E3-4E8E-C1F67B64A132}"/>
                </a:ext>
              </a:extLst>
            </p:cNvPr>
            <p:cNvSpPr txBox="1"/>
            <p:nvPr/>
          </p:nvSpPr>
          <p:spPr>
            <a:xfrm>
              <a:off x="505823" y="5653689"/>
              <a:ext cx="33223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Pretendard"/>
                </a:rPr>
                <a:t>Step 1: Open Settings</a:t>
              </a:r>
            </a:p>
            <a:p>
              <a:pPr algn="ctr"/>
              <a:r>
                <a:rPr lang="en-US" altLang="ko-KR" sz="1500" dirty="0">
                  <a:latin typeface="Pretendard"/>
                </a:rPr>
                <a:t>Click the </a:t>
              </a:r>
              <a:r>
                <a:rPr lang="en-US" altLang="ko-KR" sz="1500" dirty="0" err="1">
                  <a:latin typeface="Pretendard"/>
                </a:rPr>
                <a:t>ClipRefine</a:t>
              </a:r>
              <a:r>
                <a:rPr lang="en-US" altLang="ko-KR" sz="1500" dirty="0">
                  <a:latin typeface="Pretendard"/>
                </a:rPr>
                <a:t> icon in your browser toolbar, then click </a:t>
              </a:r>
              <a:r>
                <a:rPr lang="en-US" altLang="ko-KR" sz="1500" b="1" dirty="0">
                  <a:latin typeface="Pretendard"/>
                </a:rPr>
                <a:t>Rule Settings</a:t>
              </a:r>
              <a:r>
                <a:rPr lang="en-US" altLang="ko-KR" sz="1500" dirty="0">
                  <a:latin typeface="Pretendard"/>
                </a:rPr>
                <a:t>.</a:t>
              </a:r>
            </a:p>
          </p:txBody>
        </p:sp>
        <p:cxnSp>
          <p:nvCxnSpPr>
            <p:cNvPr id="33" name="연결선: 꺾임 32">
              <a:extLst>
                <a:ext uri="{FF2B5EF4-FFF2-40B4-BE49-F238E27FC236}">
                  <a16:creationId xmlns:a16="http://schemas.microsoft.com/office/drawing/2014/main" id="{9F37BE7A-E658-8C08-CB98-BD5E316042D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27149" y="3117705"/>
              <a:ext cx="1335685" cy="1008342"/>
            </a:xfrm>
            <a:prstGeom prst="bentConnector3">
              <a:avLst>
                <a:gd name="adj1" fmla="val 100203"/>
              </a:avLst>
            </a:prstGeom>
            <a:ln w="31750">
              <a:solidFill>
                <a:srgbClr val="5C2BA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그림 36" descr="텍스트, 스크린샷, 소프트웨어, 번호이(가) 표시된 사진">
              <a:extLst>
                <a:ext uri="{FF2B5EF4-FFF2-40B4-BE49-F238E27FC236}">
                  <a16:creationId xmlns:a16="http://schemas.microsoft.com/office/drawing/2014/main" id="{7979395A-B4D5-5766-A433-3432C1E87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1519" y="2438020"/>
              <a:ext cx="3408960" cy="2561535"/>
            </a:xfrm>
            <a:prstGeom prst="rect">
              <a:avLst/>
            </a:prstGeom>
            <a:ln>
              <a:solidFill>
                <a:srgbClr val="5C2BAF"/>
              </a:solidFill>
            </a:ln>
            <a:effectLst/>
          </p:spPr>
        </p:pic>
        <p:pic>
          <p:nvPicPr>
            <p:cNvPr id="40" name="그림 39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C945A41-BB44-E864-43E1-7DFC8E78D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9228" y="2986699"/>
              <a:ext cx="1831806" cy="2606040"/>
            </a:xfrm>
            <a:prstGeom prst="rect">
              <a:avLst/>
            </a:prstGeom>
            <a:ln>
              <a:solidFill>
                <a:srgbClr val="5C2BAF"/>
              </a:solidFill>
            </a:ln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F05D4CE-0851-AED8-AC08-FEE4DA025B8E}"/>
                </a:ext>
              </a:extLst>
            </p:cNvPr>
            <p:cNvSpPr txBox="1"/>
            <p:nvPr/>
          </p:nvSpPr>
          <p:spPr>
            <a:xfrm>
              <a:off x="4434839" y="5653689"/>
              <a:ext cx="332232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Pretendard"/>
                </a:rPr>
                <a:t>Step 2: Create a New Rule</a:t>
              </a:r>
            </a:p>
            <a:p>
              <a:pPr algn="ctr"/>
              <a:r>
                <a:rPr lang="en-US" altLang="ko-KR" sz="1500" dirty="0">
                  <a:latin typeface="Pretendard"/>
                </a:rPr>
                <a:t>Click </a:t>
              </a:r>
              <a:r>
                <a:rPr lang="en-US" altLang="ko-KR" sz="1500" b="1" dirty="0">
                  <a:latin typeface="Pretendard"/>
                </a:rPr>
                <a:t>Add Rule</a:t>
              </a:r>
              <a:r>
                <a:rPr lang="en-US" altLang="ko-KR" sz="1500" dirty="0">
                  <a:latin typeface="Pretendard"/>
                </a:rPr>
                <a:t> button to create your first rule.</a:t>
              </a:r>
            </a:p>
          </p:txBody>
        </p:sp>
        <p:cxnSp>
          <p:nvCxnSpPr>
            <p:cNvPr id="42" name="연결선: 꺾임 41">
              <a:extLst>
                <a:ext uri="{FF2B5EF4-FFF2-40B4-BE49-F238E27FC236}">
                  <a16:creationId xmlns:a16="http://schemas.microsoft.com/office/drawing/2014/main" id="{3618957F-CF0B-D655-92E9-BA03617070A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53274" y="3851593"/>
              <a:ext cx="878715" cy="745462"/>
            </a:xfrm>
            <a:prstGeom prst="bentConnector3">
              <a:avLst>
                <a:gd name="adj1" fmla="val 99429"/>
              </a:avLst>
            </a:prstGeom>
            <a:ln w="31750">
              <a:solidFill>
                <a:srgbClr val="5C2BA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1" name="그림 50" descr="텍스트, 스크린샷, 폰트이(가) 표시된 사진">
              <a:extLst>
                <a:ext uri="{FF2B5EF4-FFF2-40B4-BE49-F238E27FC236}">
                  <a16:creationId xmlns:a16="http://schemas.microsoft.com/office/drawing/2014/main" id="{77119138-63A7-DEE0-A193-8C527A596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3807" y="2410557"/>
              <a:ext cx="2583753" cy="2424366"/>
            </a:xfrm>
            <a:prstGeom prst="rect">
              <a:avLst/>
            </a:prstGeom>
            <a:ln>
              <a:solidFill>
                <a:srgbClr val="5C2BAF"/>
              </a:solidFill>
            </a:ln>
          </p:spPr>
        </p:pic>
        <p:pic>
          <p:nvPicPr>
            <p:cNvPr id="46" name="그림 45" descr="텍스트, 스크린샷, 폰트, 번호이(가) 표시된 사진">
              <a:extLst>
                <a:ext uri="{FF2B5EF4-FFF2-40B4-BE49-F238E27FC236}">
                  <a16:creationId xmlns:a16="http://schemas.microsoft.com/office/drawing/2014/main" id="{14A7C45B-06EA-41C4-C3DA-D4E80B361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52960" y="4564267"/>
              <a:ext cx="2255715" cy="1028472"/>
            </a:xfrm>
            <a:prstGeom prst="rect">
              <a:avLst/>
            </a:prstGeom>
            <a:ln>
              <a:solidFill>
                <a:srgbClr val="5C2BAF"/>
              </a:solidFill>
            </a:ln>
            <a:effectLst/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EF42FD-C6BE-7335-1AA7-3B96C73CE72E}"/>
                </a:ext>
              </a:extLst>
            </p:cNvPr>
            <p:cNvSpPr txBox="1"/>
            <p:nvPr/>
          </p:nvSpPr>
          <p:spPr>
            <a:xfrm>
              <a:off x="8427146" y="5653689"/>
              <a:ext cx="33223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Pretendard"/>
                </a:rPr>
                <a:t>Step 3: Copy Text</a:t>
              </a:r>
            </a:p>
            <a:p>
              <a:pPr algn="ctr"/>
              <a:r>
                <a:rPr lang="en-US" altLang="ko-KR" sz="1500" b="1" dirty="0" err="1">
                  <a:latin typeface="Pretendard"/>
                </a:rPr>
                <a:t>ClipRefine</a:t>
              </a:r>
              <a:r>
                <a:rPr lang="en-US" altLang="ko-KR" sz="1500" dirty="0">
                  <a:latin typeface="Pretendard"/>
                </a:rPr>
                <a:t> automatically applies your rules whenever you copy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7514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114</Words>
  <Application>Microsoft Office PowerPoint</Application>
  <PresentationFormat>와이드스크린</PresentationFormat>
  <Paragraphs>19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서동구</dc:creator>
  <cp:lastModifiedBy>서동구</cp:lastModifiedBy>
  <cp:revision>26</cp:revision>
  <dcterms:created xsi:type="dcterms:W3CDTF">2026-02-05T03:06:38Z</dcterms:created>
  <dcterms:modified xsi:type="dcterms:W3CDTF">2026-02-05T10:05:44Z</dcterms:modified>
</cp:coreProperties>
</file>